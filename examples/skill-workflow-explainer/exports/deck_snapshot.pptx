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svg" ContentType="image/svg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odex_bento_slide_01.svg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odex_bento_slide_02.svg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odex_bento_slide_03.svg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odex_bento_slide_04.svg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odex_bento_slide_05.svg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odex_bento_slide_06.svg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odex_bento_slide_07.svg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odex_bento_slide_08.svg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1" name="Codex Bento SVG 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2" name="Codex Bento SVG 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3" name="Codex Bento SVG 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4" name="Codex Bento SVG 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5" name="Codex Bento SVG 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6" name="Codex Bento SVG 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7" name="Codex Bento SVG 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8" name="Codex Bento SVG 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codex-bento-ppt 思路剖析与工作流实现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